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75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0"/>
            <a:ext cx="2560320" cy="19431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0" y="256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Stones Foundation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4389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Data &amp; Digital Innovation Lab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1887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LumenIndex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331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Handover Documentation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2834640"/>
            <a:ext cx="4572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834640" y="2971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Development Index for Latin America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3101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Deepeka Gurunathan  ·  AI/ML Engineer Volunteer  ·  September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95360" y="4937760"/>
            <a:ext cx="3657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is an open-source rural development analytics platform covering 17 Latin American countries. It combines three public datasets, a cloud database, two machine learning models, an interactive dashboard, and an AI agent into one integrated system — enabling Living Stones Foundation to make data-driven decisions without technical expertise.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21792" y="2404872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52344"/>
            <a:ext cx="3602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(Chile WDI) + Tableau (LATAM Female LFP) + Streamlit (LumenIndex live app)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224028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73752" y="2404872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Cloud Database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2752344"/>
            <a:ext cx="3602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PostgreSQL · 5 tables · 3,500+ rows · 17 countries · always-on, no expiry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1792" y="3730752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ML Models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078224"/>
            <a:ext cx="3602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Poverty Predictor (R² 0.83)  ·  Model 2: Development Tier Classifier (100% accuracy)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35661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73752" y="3730752"/>
            <a:ext cx="3602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AI Agent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73752" y="4078224"/>
            <a:ext cx="3602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via LSF gateway · natural language queries · connected to Neon PostgreSQL · live on Streamlit Cloud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· Living Stones Foundation · Applied Data &amp; Digital Innovation Lab (LATAM) ·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Infrastructure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Cloud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21792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World Bank WDI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751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Chile · 13 indicators · 2000–2023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1792" y="2487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  World Bank WDI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LFP · 18 LATAM countries · 1990–2025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1792" y="32369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 IFPRI ASTI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research · 16 countries · 1981–2020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39867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World Bank Poverty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4224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headcount · 17 countries · 1990–2022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PostgreSQL Cloud 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919472" y="1737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chile_development_indicators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17373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298 rows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19472" y="23591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female_labor_force_latam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3591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 rows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919472" y="2980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asti_agricultural_research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29809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2,061 rows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52958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919472" y="3602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lumenindex_combined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36027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527 rows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15137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919472" y="4224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latam_poverty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24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 rows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47000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Primary table for dashboards and ML models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· Living Stones Foundation · Applied Data &amp; Digital Innovation Lab (LATAM) ·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82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Predictor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482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R²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774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2724912"/>
            <a:ext cx="35661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" y="3182112"/>
            <a:ext cx="35661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1792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rows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291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3639312"/>
            <a:ext cx="35661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1792" y="3749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predictors: Internet access · Life expectancy · GDP per capita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919472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19472" y="1682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Tier Classifier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919472" y="20482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 · LumenIndex Score 0–100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919472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2724912"/>
            <a:ext cx="3566160" cy="91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919472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Accuracy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98.86%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19472" y="3182112"/>
            <a:ext cx="3566160" cy="91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919472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rows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291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19472" y="3639312"/>
            <a:ext cx="3566160" cy="91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919472" y="3749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919472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Chile: High (73.9)  ·  All others: Medium (38–51)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· Living Stones Foundation · Applied Data &amp; Digital Innovation Lab (LATAM) ·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AI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019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https://lumenindex-latam01.streamlit.app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LumenIndex score ranking for 17 countries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trend line chart 1990–2020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Female LFP analysis by country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Agricultural research spending chart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Poverty trend over time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 vs Female LFP scatter plot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078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Country &amp; year range filters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Download results as CSV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19472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413248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LumenIndex AI Agent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19019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https://lumenindexagent-latam.streamlit.app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Powered by GPT-4o via LSF AI Gateway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919472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questions in plain English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19472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queries Neon PostgreSQL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19472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Returns data table + plain English insight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919472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Remembers conversation context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19472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 example questions for quick demos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919472" y="4078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SQL knowledge required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919472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chat button to reset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· Living Stones Foundation · Applied Data &amp; Digital Innovation Lab (LATAM) ·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Maintenance Guide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1426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Live URLs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19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Dashboard: https://lumenindex-latam01.streamlit.app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Agent: https://lumenindexagent-latam.streamlit.app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04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GitHub: github.com/Applied-Data-Digital-Innovation-Lab/lumenindex-latam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73752" y="1426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Neon Database Access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1719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Platform: console.neon.tech → project: lumenindex-latam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2011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Tables: lumenindex_combined (primary) + 4 supporting tables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2304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team members: Settings → Team → Invite by 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25968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never deleted — compute scales to zero if idle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1792" y="3255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Streamlit Cloud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47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Platform: share.streamlit.io → two apps (dashboard + agent)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Auto-redeploys when GitHub repo is updated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Secrets stored in app Settings → Secrets (never in code)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4425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Reboot app manually if changes don't appear within 2 min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127248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0F7F4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873752" y="3255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GitHub Repository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73752" y="3547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 repo: Applied-Data-Digital-Innovation-Lab/lumenindex-latam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873752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files: app.py (dashboard), agent.py (AI agent), requirements.txt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873752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Models: model1_poverty_predictor.json, model2_tier_classifier.json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73752" y="4425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Data: lumenindex_combined.csv (combined dataset)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· Living Stones Foundation · Applied Data &amp; Digital Innovation Lab (LATAM) ·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0"/>
            <a:ext cx="2560320" cy="19431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83464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7830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LumenIndex is ready for continued development and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2331720"/>
            <a:ext cx="41148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834640" y="2514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514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https://lumenindex-latam01.streamlit.app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9535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Agent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9535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https://lumenindexagent-latam.streamlit.app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3924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GitHub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3924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github.com/Applied-Data-Digital-Innovation-Lab/lumenindex-latam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831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8313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console.neon.tech → lumenindex-latam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6634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Deepeka Gurunathan  ·  AI/ML Engineer Volunteer  ·  Living Stones Foundation  ·  2026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595360" y="4937760"/>
            <a:ext cx="365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On-screen Show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LumenIndex — Project Handover Documentation</dc:title>
  <dc:subject>PptxGenJS Presentation</dc:subject>
  <dc:creator>PptxGenJS</dc:creator>
  <cp:lastModifiedBy>Deepeka Gurunathan</cp:lastModifiedBy>
  <cp:revision>2</cp:revision>
  <dcterms:created xsi:type="dcterms:W3CDTF">2026-09-24T16:44:03Z</dcterms:created>
  <dcterms:modified xsi:type="dcterms:W3CDTF">2026-09-24T16:56:14Z</dcterms:modified>
</cp:coreProperties>
</file>